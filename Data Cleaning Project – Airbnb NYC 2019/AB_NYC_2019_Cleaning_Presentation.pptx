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Cleaning Project: AB_NYC_2019.csv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 | CodeX Techno | Yashwant Saini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▪ Dataset: Airbnb listings in New York City (2019)</a:t>
            </a:r>
          </a:p>
          <a:p>
            <a:r>
              <a:t>▪ Goal: Clean data for accurate analysis and visualization</a:t>
            </a:r>
          </a:p>
          <a:p>
            <a:r>
              <a:t>▪ Tools: Python (Pandas)</a:t>
            </a:r>
          </a:p>
          <a:p>
            <a:r>
              <a:t>▪ Output: Cleaned dataset ready for Power BI or further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Dataset</a:t>
            </a:r>
          </a:p>
          <a:p>
            <a:r>
              <a:t>2. Handle Missing Values</a:t>
            </a:r>
          </a:p>
          <a:p>
            <a:r>
              <a:t>3. Remove Duplicates</a:t>
            </a:r>
          </a:p>
          <a:p>
            <a:r>
              <a:t>4. Standardize Text Columns</a:t>
            </a:r>
          </a:p>
          <a:p>
            <a:r>
              <a:t>5. Remove Outliers</a:t>
            </a:r>
          </a:p>
          <a:p>
            <a:r>
              <a:t>6. Check Data Integrity</a:t>
            </a:r>
          </a:p>
          <a:p>
            <a:r>
              <a:t>7. Export Cleaned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🧹 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▪ Dropped rows with missing 'name' and 'host_name'</a:t>
            </a:r>
          </a:p>
          <a:p>
            <a:r>
              <a:t>▪ Filled missing 'reviews_per_month' with 0</a:t>
            </a:r>
          </a:p>
          <a:p>
            <a:r>
              <a:t>▪ Converted 'last_review' to datetime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📛 Duplicates &amp; 🧼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▪ Removed duplicate records</a:t>
            </a:r>
          </a:p>
          <a:p>
            <a:r>
              <a:t>▪ Standardized text columns: name, host_name,</a:t>
            </a:r>
          </a:p>
          <a:p>
            <a:r>
              <a:t>  neighbourhood_group, neighbourhood, room_type</a:t>
            </a:r>
          </a:p>
          <a:p>
            <a:r>
              <a:t>▪ Stripped whitespace and applied title case formatting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Outlier Detection &amp;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▪ Removed listings with:</a:t>
            </a:r>
          </a:p>
          <a:p>
            <a:r>
              <a:t>  - Price above 99th percentile</a:t>
            </a:r>
          </a:p>
          <a:p>
            <a:r>
              <a:t>  - 0 or very high minimum_nights</a:t>
            </a:r>
          </a:p>
          <a:p>
            <a:r>
              <a:t>▪ Improved data quality for visualizations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Data Integrity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▪ Ensured valid geographical coordinates within NYC</a:t>
            </a:r>
          </a:p>
          <a:p>
            <a:r>
              <a:t>▪ Verified matching of neighbourhood and groupings</a:t>
            </a:r>
          </a:p>
          <a:p>
            <a:r>
              <a:t>▪ Maintained realistic values for accurate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💾 Export &amp; Power BI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▪ Cleaned dataset exported as: AB_NYC_2019_Cleaned.csv</a:t>
            </a:r>
          </a:p>
          <a:p>
            <a:r>
              <a:t>▪ Ready to connect directly with Power BI</a:t>
            </a:r>
          </a:p>
          <a:p>
            <a:r>
              <a:t>▪ Suitable for advanced visual analysis and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